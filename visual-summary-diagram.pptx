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 Summary Diagram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Andy Grogan-Kaylor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2026-04-06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Research Question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visual-summary-diagram_files/figure-pptx/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35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visual-summary-diagram_files/figure-pptx/mermaid-figur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13200" y="203200"/>
            <a:ext cx="4216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Summary Diagram</dc:title>
  <dc:creator>Andy Grogan-Kaylor</dc:creator>
  <cp:keywords/>
  <dcterms:created xsi:type="dcterms:W3CDTF">2026-04-06T18:53:49Z</dcterms:created>
  <dcterms:modified xsi:type="dcterms:W3CDTF">2026-04-06T18:53:49Z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2026-04-06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